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Documentation Delivery – Three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three methods for maintaining and delivering API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1 — Word Document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 only Word file</a:t>
            </a:r>
          </a:p>
          <a:p>
            <a:r>
              <a:t>• Pros: Familiar, printable</a:t>
            </a:r>
          </a:p>
          <a:p>
            <a:r>
              <a:t>• Cons: Hard to update, no version control, cannot display on website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2 — Markdown → Word/PDF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 Markdown</a:t>
            </a:r>
          </a:p>
          <a:p>
            <a:r>
              <a:t>• Auto-generate Word/PDF with Pandoc</a:t>
            </a:r>
          </a:p>
          <a:p>
            <a:r>
              <a:t>• Pros: Version control, easier updates</a:t>
            </a:r>
          </a:p>
          <a:p>
            <a:r>
              <a:t>• Cons: No online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3 — Markdown → Webpage + Word/PDF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 single Markdown file</a:t>
            </a:r>
          </a:p>
          <a:p>
            <a:r>
              <a:t>• Render as webpage with navigation</a:t>
            </a:r>
          </a:p>
          <a:p>
            <a:r>
              <a:t>• Provide downloadable Word/PDF</a:t>
            </a:r>
          </a:p>
          <a:p>
            <a:r>
              <a:t>• Best for clients &amp; developers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 1: No online view, no automation</a:t>
            </a:r>
          </a:p>
          <a:p>
            <a:r>
              <a:t>Approach 2: Automated files, no online view</a:t>
            </a:r>
          </a:p>
          <a:p>
            <a:r>
              <a:t>Approach 3: Online + Downloads +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 3: Markdown rendered on webpage + Word/PDF downloads</a:t>
            </a:r>
          </a:p>
          <a:p>
            <a:r>
              <a:t>• Best UX</a:t>
            </a:r>
          </a:p>
          <a:p>
            <a:r>
              <a:t>• One source of truth</a:t>
            </a:r>
          </a:p>
          <a:p>
            <a:r>
              <a:t>• Automated file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